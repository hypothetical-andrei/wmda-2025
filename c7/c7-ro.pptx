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uSu1AutogMvncXGZG5hfz7umC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e9eda5594_0_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5e9eda5594_0_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g35e9eda5594_0_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g35e9eda5594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5e9eda5594_0_9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g35e9eda5594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5e9eda5594_0_1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g35e9eda5594_0_1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5e9eda5594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e9eda5594_0_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g35e9eda5594_0_16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5e9eda5594_0_16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g35e9eda5594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e9eda5594_0_21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35e9eda5594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5e9eda5594_0_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g35e9eda5594_0_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5e9eda5594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e9eda5594_0_2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5e9eda5594_0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e9eda5594_0_3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g35e9eda5594_0_3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g35e9eda5594_0_3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g35e9eda5594_0_3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g35e9eda5594_0_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g35e9eda5594_0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5e9eda5594_0_38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g35e9eda5594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5e9eda5594_0_4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g35e9eda5594_0_4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g35e9eda5594_0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9eda5594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e9eda5594_0_47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g35e9eda5594_0_47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g35e9eda5594_0_4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5e9eda5594_0_4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5e9eda5594_0_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e9eda5594_0_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g35e9eda5594_0_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g35e9eda559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1: Prezentare generală</a:t>
            </a:r>
            <a:endParaRPr/>
          </a:p>
        </p:txBody>
      </p:sp>
      <p:sp>
        <p:nvSpPr>
          <p:cNvPr id="63" name="Google Shape;63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Titlu</a:t>
            </a:r>
            <a:r>
              <a:rPr lang="en-US"/>
              <a:t>: Vedere artificială &amp; modele generative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Subiecte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Rețele neuronale convoluționale (CNN)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Învățare prin transfer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Detectarea obiectelor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Segmentarea imaginilor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Rețele generative adversariale (GAN)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Transfer de stil &amp; generarea imaginilor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Obiective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Înțelegerea fundamentelor CNN-urilor și a rolului lor în sarcinile vizuale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Aplicarea învățării prin transfer pentru dezvoltarea rapidă a modelelor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Explorarea arhitecturilor pentru detectarea și segmentarea obiectelor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Asimilarea conceptelor de bază ale GAN-urilor și tehnicilor generative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2: Introducere în CNN-uri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Ce este un CNN?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Rețea neuronală specializată pentru date de tip imagine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Utilizează filtre de convoluție pentru a detecta trăsături spațiale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Componente cheie</a:t>
            </a:r>
            <a:r>
              <a:rPr lang="en-US"/>
              <a:t>: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Strat de convoluție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Strat de pooling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Strat complet conectat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De ce CNN-uri?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Număr redus de parametri comparativ cu rețelele complet conectate pentru imagini</a:t>
            </a:r>
            <a:endParaRPr/>
          </a:p>
          <a:p>
            <a:pPr indent="-302895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Exploatează coerența spațială locală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[Demonstrați filtrele CNN detectând muchii și colțuri într-o imagine simplă]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Calibri"/>
              <a:buNone/>
            </a:pPr>
            <a:r>
              <a:rPr lang="en-US"/>
              <a:t>Slide 3: Învățare prin transfer cu modele pre-antrenate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Concept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Reutilizarea unui model antrenat pe un set de date mare (ex: ImageNet)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Reglarea fină a ultimelor straturi pentru o sarcină nouă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Beneficii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Economie de timp și resurse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Rezultate adesea mai precise cu date limitate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Modele frecvent utilizate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VGG, ResNet, Inception, MobileNet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[Arătați cum se adaptează un ResNet antrenat pe ImageNet pentru a clasifica imagini medicale]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4: Detectarea obiectelor (YOLO, Faster R-CNN)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Prezentare generală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Detectarea obiectelor implică clasificarea și localizarea acestora în imagini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YOLO (You Only Look Once)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Arhitectură unificată unică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Viteză de detecție în timp real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Faster R-CNN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Rețea de propuneri de regiuni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Precizie mare, viteză puțin mai redusă decât YOLO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Cazuri de utilizare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Condus autonom (detectarea pietonilor, vehiculelor)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Supraveghere (detectarea obiectelor suspecte)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[Arătați casete de delimitare detectând diferite animale într-o imagine de safari]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Calibri"/>
              <a:buNone/>
            </a:pPr>
            <a:r>
              <a:rPr lang="en-US"/>
              <a:t>Slide 5: Segmentarea imaginilor (U-Net, Mask R-CNN)</a:t>
            </a:r>
            <a:endParaRPr/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Scop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Clasificarea fiecărui pixel dintr-o imagine (semantic sau la nivel de instanță)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U-Net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Structură encoder-decoder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Popular în segmentarea imaginilor medicale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Mask R-CNN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Extinde Faster R-CNN pentru a genera măști de segmentare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Util în segmentarea pe instanțe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Considerații Cheie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Complexitatea etichetării datelor (anotări pixel-cu-pixel)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Dimensiunea modelului și timpul de inferență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[Arătați cum U-Net segmentează o scanare CT a plămânilor în regiuni sănătoase vs. bolnave]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6: Introducere în GAN-uri</a:t>
            </a:r>
            <a:endParaRPr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Rețele generative adversariale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Două rețele (Generator &amp; Discriminator) într-un joc de tip min-max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Generatorul încearcă să producă mostre realiste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Discriminatorul încearcă să le distingă de cele reale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Aplicații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Generarea de imagini (fețe, artă)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Augmentarea datelor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Super-rezoluție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Provocări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Instabilitatea antrenării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Prăbușirea modului (mode collapse)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[Comparați fețe reale vs. generate și discutați cum învață discriminatorul]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7: Transfer de stil &amp; generarea imaginilor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Transfer neural de stil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Extrage trăsături de stil dintr-o imagine, trăsături de conținut din alta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Generează o imagine nouă care le combină pe ambele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Deep dream &amp; filtre artistice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Filtre bazate pe Inception pentru a crea imagini suprarealiste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Cazuri practice</a:t>
            </a:r>
            <a:r>
              <a:rPr lang="en-US"/>
              <a:t>: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Aplicații artistice (filtre, editare foto)</a:t>
            </a:r>
            <a:endParaRPr/>
          </a:p>
          <a:p>
            <a:pPr indent="-322897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Prototipuri de design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: [Aplicați stilul dintr-un tablou celebru pe o fotografie cu orizontul unui oraș]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8: Integrarea cunoștințelor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0861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Flux de lucru practic</a:t>
            </a:r>
            <a:r>
              <a:rPr lang="en-US"/>
              <a:t>: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AutoNum type="arabicPeriod"/>
            </a:pPr>
            <a:r>
              <a:rPr lang="en-US"/>
              <a:t>Începeți cu un </a:t>
            </a:r>
            <a:r>
              <a:rPr b="1" lang="en-US"/>
              <a:t>CNN pre-antrenat</a:t>
            </a:r>
            <a:r>
              <a:rPr lang="en-US"/>
              <a:t> ca extractor de caracteristici de bază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AutoNum type="arabicPeriod"/>
            </a:pPr>
            <a:r>
              <a:rPr lang="en-US"/>
              <a:t>Folosiți </a:t>
            </a:r>
            <a:r>
              <a:rPr b="1" lang="en-US"/>
              <a:t>învățarea prin transfer</a:t>
            </a:r>
            <a:r>
              <a:rPr lang="en-US"/>
              <a:t> pentru a adapta rețeaua la sarcini specifice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AutoNum type="arabicPeriod"/>
            </a:pPr>
            <a:r>
              <a:rPr lang="en-US"/>
              <a:t>Pentru detectare sau segmentare, extindeți rețeaua (ex: Faster R-CNN, U-Net)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AutoNum type="arabicPeriod"/>
            </a:pPr>
            <a:r>
              <a:rPr lang="en-US"/>
              <a:t>Explorați modele bazate pe </a:t>
            </a:r>
            <a:r>
              <a:rPr b="1" lang="en-US"/>
              <a:t>GAN</a:t>
            </a:r>
            <a:r>
              <a:rPr lang="en-US"/>
              <a:t> pentru generare sau augmentare de date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AutoNum type="arabicPeriod"/>
            </a:pPr>
            <a:r>
              <a:rPr lang="en-US"/>
              <a:t>Experimentați cu </a:t>
            </a:r>
            <a:r>
              <a:rPr b="1" lang="en-US"/>
              <a:t>transfer de stil</a:t>
            </a:r>
            <a:r>
              <a:rPr lang="en-US"/>
              <a:t> pentru transformări creative sau specifice domeniului</a:t>
            </a:r>
            <a:endParaRPr/>
          </a:p>
          <a:p>
            <a:pPr indent="-30861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Bune Practici</a:t>
            </a:r>
            <a:r>
              <a:rPr lang="en-US"/>
              <a:t>: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Validați întotdeauna cu un set de test divers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Atenție la supraînvățare, mai ales cu seturi mici de date</a:t>
            </a:r>
            <a:endParaRPr/>
          </a:p>
          <a:p>
            <a:pPr indent="-312896" lvl="1" marL="6858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Utilizați unelte de vizualizare pentru a interpreta rezultatele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Slide 9: Întrebări și concluzii</a:t>
            </a:r>
            <a:endParaRPr/>
          </a:p>
        </p:txBody>
      </p:sp>
      <p:sp>
        <p:nvSpPr>
          <p:cNvPr id="111" name="Google Shape;111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Idei principale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CNN-urile sunt esențiale pentru sarcinile moderne de viziune artificială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Învățarea prin transfer accelerează fluxul de lucru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Detectarea și segmentarea obiectelor rezolvă probleme reale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GAN-urile deschid posibilități pentru generarea de imagini de înaltă calitate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Transferul de stil îmbină arta cu inteligența artificială într-un mod fascinant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Pași următori</a:t>
            </a:r>
            <a:r>
              <a:rPr lang="en-US"/>
              <a:t>: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Experimentați cu framework-uri open-source (TensorFlow, PyTorch)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Încercați seturi de date personalizate cu învățare prin transfer</a:t>
            </a:r>
            <a:endParaRPr/>
          </a:p>
          <a:p>
            <a:pPr indent="-292893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0000"/>
              <a:buChar char="○"/>
            </a:pPr>
            <a:r>
              <a:rPr lang="en-US"/>
              <a:t>Încorporați subiecte avansate (ex: învățare auto-supervizată, modele vizuale bazate pe transformere)</a:t>
            </a:r>
            <a:endParaRPr/>
          </a:p>
          <a:p>
            <a:pPr indent="-28575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Exemplu</a:t>
            </a:r>
            <a:r>
              <a:rPr lang="en-US"/>
              <a:t> [Folosirea unui GAN pre-antrenat pentru a genera imagini stilizate dintr-un domeniu nou, cum ar fi personaje de desene animate]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2025-05-28T15:01:31Z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